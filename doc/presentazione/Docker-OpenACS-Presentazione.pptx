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per OpenACS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Modernizzare Sviluppo e Deploy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febbraio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Agenda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Che cos'è Docker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Concetti base e terminologia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Docker vs VM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Differenze architetturali e vantaggi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3736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Vantaggi per lo Sviluppatore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063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Ambiente consistente e produttività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Vantaggi nel Deploy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3749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Automazione e affidabilità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73736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La Nostra Soluzione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37360" y="4434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Stack Docker per OpenACS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737360" y="4846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Workflow di Deploy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737360" y="5120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Da sviluppo a produzione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Che cos'è Docker?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1E1E"/>
                </a:solidFill>
              </a:rPr>
              <a:t>Docker è una piattaforma per creare, distribuire ed eseguire applicazioni in container isolati.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Container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5786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Pacchetto eseguibile leggero che include tutto il necessario: codice, runtime, librerie, dipendenze.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304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Immagine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7216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Template immutabile da cui vengono creati i container. Condivisibile e riutilizzabile.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🎼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Docker Compose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8646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Tool per definire e gestire applicazioni multi-container con un singolo file di configurazione.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Container: Isolamento Leggero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Approccio Tradizionale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200400"/>
          </a:xfrm>
          <a:prstGeom prst="rect">
            <a:avLst/>
          </a:prstGeom>
          <a:solidFill>
            <a:srgbClr val="FFE5E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❌ Dipendenze a livello sistema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❌ Conflitti tra versioni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❌ "Funziona sul mio PC"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❌ Setup lungo e complesso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❌ Difficile replicare ambiente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371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Con Docker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4206240" cy="3200400"/>
          </a:xfrm>
          <a:prstGeom prst="rect">
            <a:avLst/>
          </a:prstGeom>
          <a:solidFill>
            <a:srgbClr val="E5F9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Ambiente isolato e consistente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Stesse dipendenze ovunque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Funziona uguale dev/prod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Setup con un comando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Portabilità completa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Docker vs Virtual Machines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Aspetto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Virtual Machine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Container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Architettura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OS completo per ogni VM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Condivide kernel host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Dimensione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GB (OS + app)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4231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MB (solo app)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Startup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Minuti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292608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Secondi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Prestazioni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Overhead significativo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34290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Quasi nativo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Isolamento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Completo (hardware)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0" y="3931920"/>
            <a:ext cx="27432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A livello processo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434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Uso risorse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0" y="4434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4434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Alto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4434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434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Basso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Vantaggi per lo Sviluppatore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Ambiente Consistente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Stesso ambiente su tutti i PC degli sviluppatori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Nessun conflitto tra progetti diversi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Onboarding nuovi sviluppatori in minuti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Produttività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Setup automatico con docker compose 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Reset ambiente pulito in secondi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Niente "funziona solo sulla mia macchina"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Testing Semplificato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Test su versioni diverse (PostgreSQL 16, 17, etc.)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Ambiente isolato per ogni test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Cleanup automatico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Vantaggi nel Deploy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solidFill>
            <a:srgbClr val="F2F2F2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</a:rPr>
              <a:t>95%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Riduzione errori deploy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solidFill>
            <a:srgbClr val="F2F2F2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</a:rPr>
              <a:t>10x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918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Deploy più veloci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2011680"/>
          </a:xfrm>
          <a:prstGeom prst="rect">
            <a:avLst/>
          </a:prstGeom>
          <a:solidFill>
            <a:srgbClr val="F2F2F2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</a:rPr>
              <a:t>100%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Riproducibilità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✅ Deploy identici su tutti gli ambienti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✅ Rollback istantaneo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✅ Scalabilità orizzontale semplice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✅ Automazione completa del processo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La Nostra Soluzione Docker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Stack completo per OpenACS in container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OpenACS (2 istanze)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677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oacs-a e oacs-b isolati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PostgreSQL 17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36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Database condiviso con DB separati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703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Nginx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0507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Reverse proxy e load balancer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73152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Postfix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87375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Mail relay per invio email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Codice e log in Docker volumes - isolamento completo e backup semplificati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Workflow di Deploy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Sviluppo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Modifiche su /var/www/oacs-a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36576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Commit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cvs commit -m "messaggio"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828800"/>
            <a:ext cx="36576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Deploy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./deploy-client.sh acme oacs-a cvs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828800"/>
            <a:ext cx="36576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1645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76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Backup Auto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Database + volumi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1828800"/>
            <a:ext cx="36576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Sync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CVS update in produzione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28800"/>
            <a:ext cx="36576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Health Check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Verifica automatica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🌍 Deploy Multi-Cliente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Configurazione centralizzata per tutti i clienti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Deploy batch su più server con un comando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Supporto CVS, Git e rsync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Deploy Multi-Cliente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Sistema centralizzato per gestire deploy su più server di produzione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Deploy singolo cliente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./deploy-client.sh acme oacs-a cvs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Deploy su cliente specifico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Deploy tutti i clienti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./deploy-batch.sh all oacs-a cvs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Aggiorna tutti in sequenza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Deploy parallelo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45720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0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./deploy-batch.sh all oacs-a git --parallel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Deploy simultaneo su tutti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Vantaggi: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Un'unica configurazione per tutti i clienti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212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Deploy batch con verifica automatica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✅ Rollback rapido in caso di problemi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Sicurezza e Backup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Isolamento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Ogni container isolato dagli altri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Porte database non esposte pubblicamente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Network interno sicuro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Backup Automatici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Backup pre-deploy automatico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Database e volumi separati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Retention policy configurabile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Rollback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Rollback istantaneo in caso di problemi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Versioning delle immagini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</a:rPr>
              <a:t>• Zero downtime con Blue/Green deploy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Prossimi Passi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Fase 1: Pilot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2-3 settimane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Setup ambiente staging Docker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Test deploy su cliente pilota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23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Training team sviluppo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Fase 2: Rollout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1-2 mesi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Migrazione progressiva clienti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Setup monitoring e alerting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953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Documentazione procedure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Fase 3: Ottimizzazione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Continua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CI/CD automation completa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010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Scaling automatico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266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✓ Migrazione completa a Git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🚀 Deploy più veloci e affidabili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💻 Sviluppatori più produttivi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🔒 Ambiente più sicuro e controllato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📈 Scalabilità semplificata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💰 Riduzione costi operativi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484632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2F2"/>
                </a:solidFill>
              </a:rPr>
              <a:t>Pronti per modernizzare il nostro workflow!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Domande?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💬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Documentazione completa e script disponibili nel repository del progetto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Docker: Modernizzare il Deploy di OpenACS</dc:title>
  <dc:subject>Introduzione a Docker per OpenACS</dc:subject>
  <dc:creator>IT Team</dc:creator>
  <cp:lastModifiedBy>IT Team</cp:lastModifiedBy>
  <cp:revision>1</cp:revision>
  <dcterms:created xsi:type="dcterms:W3CDTF">2026-02-10T08:12:06Z</dcterms:created>
  <dcterms:modified xsi:type="dcterms:W3CDTF">2026-02-10T08:12:06Z</dcterms:modified>
</cp:coreProperties>
</file>